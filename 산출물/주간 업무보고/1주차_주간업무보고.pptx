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DDFDCA-0436-493E-A0AD-7D612C2DA4F8}">
  <a:tblStyle styleId="{E1DDFDCA-0436-493E-A0AD-7D612C2DA4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4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a8bbf448e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a8bbf44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8bbf448e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a8bbf448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yumingj/DeepFashion-MultiModa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r>
              <a:rPr lang="ko"/>
              <a:t>팀 </a:t>
            </a:r>
            <a:r>
              <a:rPr lang="ko" sz="3000"/>
              <a:t>(LLM 활용 대화형 상품추천 시스템)</a:t>
            </a:r>
            <a:endParaRPr sz="30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r>
              <a:rPr lang="ko"/>
              <a:t>주차 주간 스탠딩 (팀 프로젝트 목표 및 진행 상황 요약)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65500" y="1100581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발표 주제</a:t>
            </a:r>
            <a:endParaRPr/>
          </a:p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1</a:t>
            </a:r>
            <a:r>
              <a:rPr lang="ko"/>
              <a:t>주차 </a:t>
            </a:r>
            <a:r>
              <a:rPr lang="ko"/>
              <a:t>진행 목표 및 </a:t>
            </a:r>
            <a:r>
              <a:rPr lang="ko"/>
              <a:t>진행 상황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차주 계획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0" y="0"/>
            <a:ext cx="9144000" cy="77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>
            <p:ph idx="4294967295" type="body"/>
          </p:nvPr>
        </p:nvSpPr>
        <p:spPr>
          <a:xfrm>
            <a:off x="184900" y="25"/>
            <a:ext cx="8959200" cy="7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1주차 진행 목표 및 진행 상황 (1월 13일 ~ 1월 16일)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84900" y="9050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{E1DDFDCA-0436-493E-A0AD-7D612C2DA4F8}</a:tableStyleId>
              </a:tblPr>
              <a:tblGrid>
                <a:gridCol w="3293200"/>
                <a:gridCol w="5459750"/>
              </a:tblGrid>
              <a:tr h="43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목 표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진행 상황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프로젝트 주제 선정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3가지 주제 후보 선정 (패션, 비건, 특허) 및 멘토 논의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기획문서  작성</a:t>
                      </a:r>
                      <a:endParaRPr sz="13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주제 후보(패션,비건,특허) 기획서 초안 작성, </a:t>
                      </a:r>
                      <a:endParaRPr sz="13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flow, sequence diagram, 시스템 아키텍처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프로젝트 주제에 따른 핵심 기능 설계 (Agent)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[패션] 사용자의 상황(TPO), 날씨, 개인 옷장, 외부 쇼핑데이터를 종합하여 Multi Agent기반 패션 추천 시스템을 설계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[비건] 사용자의 비건 레벨 및 비건 단계별 허용가능한 성분 데이터 등을 종합하여 비건 음식 판단, 비건 레시피, 및 음식점 추천 시스템을 설계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데이터 수집 정보 확인</a:t>
                      </a:r>
                      <a:endParaRPr sz="13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[패션] Polyvore, </a:t>
                      </a:r>
                      <a:r>
                        <a:rPr lang="ko" sz="1300">
                          <a:uFill>
                            <a:noFill/>
                          </a:uFill>
                          <a:hlinkClick r:id="rId3"/>
                        </a:rPr>
                        <a:t>DeepFashion</a:t>
                      </a:r>
                      <a:r>
                        <a:rPr lang="ko" sz="1300"/>
                        <a:t>, TOPTEN , H&amp;M</a:t>
                      </a:r>
                      <a:endParaRPr sz="1300"/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[비건] 채식연합, 식품안전나라, 한국비건인증원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데모 코드 작성</a:t>
                      </a:r>
                      <a:endParaRPr sz="13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[패션 &amp; 비건] 이미지 스캔 기능 및 agent 확인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산출물</a:t>
                      </a:r>
                      <a:endParaRPr sz="13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ko" sz="1300"/>
                        <a:t>[패션 &amp; 비건 &amp; 특허] 기획서 초안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0" y="0"/>
            <a:ext cx="9144000" cy="77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4294967295" type="body"/>
          </p:nvPr>
        </p:nvSpPr>
        <p:spPr>
          <a:xfrm>
            <a:off x="184900" y="25"/>
            <a:ext cx="8959200" cy="7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2주차 진행 계획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6"/>
          <p:cNvSpPr txBox="1"/>
          <p:nvPr>
            <p:ph idx="4294967295" type="body"/>
          </p:nvPr>
        </p:nvSpPr>
        <p:spPr>
          <a:xfrm>
            <a:off x="184900" y="1104625"/>
            <a:ext cx="89592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주제 선정 완료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요구사항 정의서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기획서 작성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화면 설계서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역할 분담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WBS, </a:t>
            </a:r>
            <a:r>
              <a:rPr lang="ko"/>
              <a:t>To do list 작성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멘토링 2차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